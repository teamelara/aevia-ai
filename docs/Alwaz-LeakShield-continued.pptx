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1e5bbc5b094344" /><Relationship Type="http://schemas.openxmlformats.org/officeDocument/2006/relationships/extended-properties" Target="/docProps/app.xml" Id="Re1b5c28cc4ab4ec7" /><Relationship Type="http://schemas.openxmlformats.org/officeDocument/2006/relationships/officeDocument" Target="/ppt/presentation.xml" Id="Ra7671c6e9da543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ca0ea5908b4ede"/>
  </p:sldMasterIdLst>
  <p:notesMasterIdLst>
    <p:notesMasterId xmlns:r="http://schemas.openxmlformats.org/officeDocument/2006/relationships" r:id="R13cfefe383f74c05"/>
  </p:notesMasterIdLst>
  <p:sldIdLst>
    <p:sldId xmlns:r="http://schemas.openxmlformats.org/officeDocument/2006/relationships" id="256" r:id="R161813e0fa854d96"/>
    <p:sldId xmlns:r="http://schemas.openxmlformats.org/officeDocument/2006/relationships" id="257" r:id="R33f1132383f44035"/>
    <p:sldId xmlns:r="http://schemas.openxmlformats.org/officeDocument/2006/relationships" id="258" r:id="Rd833234d840d4b3f"/>
    <p:sldId xmlns:r="http://schemas.openxmlformats.org/officeDocument/2006/relationships" id="259" r:id="Rc76ce56ea3484d03"/>
    <p:sldId xmlns:r="http://schemas.openxmlformats.org/officeDocument/2006/relationships" id="260" r:id="R5668c582be9a45b7"/>
    <p:sldId xmlns:r="http://schemas.openxmlformats.org/officeDocument/2006/relationships" id="261" r:id="R30a9428267d84c35"/>
    <p:sldId xmlns:r="http://schemas.openxmlformats.org/officeDocument/2006/relationships" id="262" r:id="Rbd9282473a134009"/>
    <p:sldId xmlns:r="http://schemas.openxmlformats.org/officeDocument/2006/relationships" id="263" r:id="R665b40bb5ec7411b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1ea49195924f49" /><Relationship Type="http://schemas.openxmlformats.org/officeDocument/2006/relationships/slideMaster" Target="/ppt/slideMasters/slideMaster1.xml" Id="R81ca0ea5908b4ede" /><Relationship Type="http://schemas.openxmlformats.org/officeDocument/2006/relationships/notesMaster" Target="/ppt/notesMasters/notesMaster1.xml" Id="R13cfefe383f74c05" /><Relationship Type="http://schemas.openxmlformats.org/officeDocument/2006/relationships/presProps" Target="/ppt/presProps.xml" Id="Rd5356159c7ba4dd1" /><Relationship Type="http://schemas.openxmlformats.org/officeDocument/2006/relationships/viewProps" Target="/ppt/viewProps.xml" Id="R90bb164c63ed4216" /><Relationship Type="http://schemas.openxmlformats.org/officeDocument/2006/relationships/tableStyles" Target="/ppt/tableStyles.xml" Id="R51ecc6b5f54a4c8b" /><Relationship Type="http://schemas.openxmlformats.org/officeDocument/2006/relationships/slide" Target="/ppt/slides/slide1.xml" Id="R161813e0fa854d96" /><Relationship Type="http://schemas.openxmlformats.org/officeDocument/2006/relationships/slide" Target="/ppt/slides/slide2.xml" Id="R33f1132383f44035" /><Relationship Type="http://schemas.openxmlformats.org/officeDocument/2006/relationships/slide" Target="/ppt/slides/slide3.xml" Id="Rd833234d840d4b3f" /><Relationship Type="http://schemas.openxmlformats.org/officeDocument/2006/relationships/slide" Target="/ppt/slides/slide4.xml" Id="Rc76ce56ea3484d03" /><Relationship Type="http://schemas.openxmlformats.org/officeDocument/2006/relationships/slide" Target="/ppt/slides/slide5.xml" Id="R5668c582be9a45b7" /><Relationship Type="http://schemas.openxmlformats.org/officeDocument/2006/relationships/slide" Target="/ppt/slides/slide6.xml" Id="R30a9428267d84c35" /><Relationship Type="http://schemas.openxmlformats.org/officeDocument/2006/relationships/slide" Target="/ppt/slides/slide7.xml" Id="Rbd9282473a134009" /><Relationship Type="http://schemas.openxmlformats.org/officeDocument/2006/relationships/slide" Target="/ppt/slides/slide8.xml" Id="R665b40bb5ec741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27ec22094e40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d675fbe3ee41f4" /><Relationship Type="http://schemas.openxmlformats.org/officeDocument/2006/relationships/notesMaster" Target="/ppt/notesMasters/notesMaster1.xml" Id="Rec35e6f07fce40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7a1dc8dcfc46eb" /><Relationship Type="http://schemas.openxmlformats.org/officeDocument/2006/relationships/notesMaster" Target="/ppt/notesMasters/notesMaster1.xml" Id="Rd05b8612e0514a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1d3203eb174017" /><Relationship Type="http://schemas.openxmlformats.org/officeDocument/2006/relationships/notesMaster" Target="/ppt/notesMasters/notesMaster1.xml" Id="R414f422f26954a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e468456b8e45cd" /><Relationship Type="http://schemas.openxmlformats.org/officeDocument/2006/relationships/notesMaster" Target="/ppt/notesMasters/notesMaster1.xml" Id="R2114140e4b1343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57b88fe05645c6" /><Relationship Type="http://schemas.openxmlformats.org/officeDocument/2006/relationships/notesMaster" Target="/ppt/notesMasters/notesMaster1.xml" Id="Ra2d3b05ceb0d46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6a1e055f554813" /><Relationship Type="http://schemas.openxmlformats.org/officeDocument/2006/relationships/notesMaster" Target="/ppt/notesMasters/notesMaster1.xml" Id="R69f897010dd34f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e00111eec143cb" /><Relationship Type="http://schemas.openxmlformats.org/officeDocument/2006/relationships/notesMaster" Target="/ppt/notesMasters/notesMaster1.xml" Id="R154aab0f55bf4f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e1b26ef8874a0c" /><Relationship Type="http://schemas.openxmlformats.org/officeDocument/2006/relationships/notesMaster" Target="/ppt/notesMasters/notesMaster1.xml" Id="R2002da6481a348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7533a449b47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d162be94144b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99bfd7fc1146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0ace7550f74fc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6cea670a145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e73a7754124c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d2df132f8488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a7bb72c844eb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824d30fa0043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de00a7fe6e4cd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6d1b7a01f4e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A75514-68A2-4E6F-A30A-FF2DC71B62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3250C20-3394-42DE-8222-6C14B33139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77518-6435-4E1B-9F51-9C7139142D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658B9F-E5AA-4D6A-9575-5B94E356B5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03013E9-4E68-4E11-B25A-664979E497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DADEC1-98EB-4367-94BE-A4489ED8B7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A0C9A5-B87D-4E35-8604-E49FE829B3E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788EAA-945B-4E34-836C-86E4B8E23D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553AC7-36F2-4E5E-8D25-52F3053F69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F2768E-F8AF-4645-9EC2-4DD746F491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BAC2FF-55F5-4554-A0DE-7B2D223E51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701D0F-3E42-42EF-B065-9A51A86C26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C81CB4-CEF3-42D5-884D-20BDCEBDAC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652BA-D120-4670-B0FF-3E5FC1042B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DF755D4-1A62-4317-8B16-9CA9F8D59D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D30A5B-CA71-4AAF-9A04-BC5898B524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BEA3E4-8150-4CB2-9A92-993A8514B3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7CD55E-3AF7-46AE-8391-744293A3B24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F3A59F4-EB3C-4D12-B219-F711DB009D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A8C7E9-909D-40FC-AE5C-934F2E032B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761EEAE-5862-43A9-81E2-8D88924CF7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B58968-C0DB-45DC-94D5-F59391E399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840D6F6-68D0-4D42-945D-8A13FCB833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A6BEC8-C755-443D-8B6E-B22F643E1AB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076D3F9-763D-4E4F-9360-819ADD65AC1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46D7AA3-A1C2-474C-8DE6-32EB2CA4637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E358589-6AB3-4F49-93E5-1EDF9D1CA4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B5400DB-46D0-4444-B04D-9229032B3E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5A76BD3-8803-4962-A202-168FCF51B6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7E8F5B-FD31-45FA-8A85-50C68C3396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D9746B9-CCDB-4932-B439-CCEF17DD8C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13781D6-4AC8-4EA8-B748-EDC3CE72E9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6959B05-F97B-466A-8B7C-2904283F30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4292C22-80A9-4685-8B03-B8E76DBF7C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4A9F055-0C9D-4765-9510-AE1CBF2EA4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703E606-BD15-482E-89CE-CA3EE3E0CD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DC81D8-C225-4C14-AE25-D044A7D25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2101C3-9FB6-435E-9F12-8AC4A2B032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D5C2AD5-629F-4DC8-B2DA-EEE7B78009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81244B6-DA5B-46E9-8C96-112FE83184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42DDFC-FAF4-43D9-A16A-379ED772E8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8BB88D1-012A-422C-A0DD-E6EEBBFE2C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CF0677-0BBA-40D5-B1DD-B80B8B707C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A232386-994F-4E8E-A86C-B12F10A0DD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CD44091-9C50-4D07-AFAF-1AF67773BBB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5E0256B-1EA4-4E8F-A226-528B5ED27F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7126B37-7ADF-4942-A098-F710FC8A3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B7CDD3A-85EE-486E-9993-4E8817E442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F1C11A-ED51-40D4-9C69-C49D74A471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E6CA451-10C0-43B3-BEA3-A6EF221A6C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E12E00-B9C9-4DE2-AEA5-8163AB7916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FAFC7B-1DB9-4FF7-9304-93EC927C15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04E93A-4485-46F7-8FB9-A5D59D7EBD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926B8D7-A9C3-4971-92D3-5DA8328BEE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3CB6034-8F8A-47EC-84D4-AC64A1AAD4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A1C896-D012-4812-B1DA-DF64D18715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3DC872-F964-4DEE-B006-B02919AA16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92F4605-CE4E-4308-98A4-4894FECAF8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9bfe007f364255" /><Relationship Type="http://schemas.openxmlformats.org/officeDocument/2006/relationships/slideLayout" Target="/ppt/slideLayouts/slideLayout1.xml" Id="Rd1c23a7370c245eb" /><Relationship Type="http://schemas.openxmlformats.org/officeDocument/2006/relationships/slideLayout" Target="/ppt/slideLayouts/slideLayout2.xml" Id="R332ce2bb48fd4497" /><Relationship Type="http://schemas.openxmlformats.org/officeDocument/2006/relationships/slideLayout" Target="/ppt/slideLayouts/slideLayout3.xml" Id="Rd3f2c8c714b149df" /><Relationship Type="http://schemas.openxmlformats.org/officeDocument/2006/relationships/slideLayout" Target="/ppt/slideLayouts/slideLayout4.xml" Id="R069b698ffee64c3c" /><Relationship Type="http://schemas.openxmlformats.org/officeDocument/2006/relationships/slideLayout" Target="/ppt/slideLayouts/slideLayout5.xml" Id="R15ef3b94f2674a6f" /><Relationship Type="http://schemas.openxmlformats.org/officeDocument/2006/relationships/slideLayout" Target="/ppt/slideLayouts/slideLayout6.xml" Id="R85318bbd24e14a47" /><Relationship Type="http://schemas.openxmlformats.org/officeDocument/2006/relationships/slideLayout" Target="/ppt/slideLayouts/slideLayout7.xml" Id="R1665043e0c2a4968" /><Relationship Type="http://schemas.openxmlformats.org/officeDocument/2006/relationships/slideLayout" Target="/ppt/slideLayouts/slideLayout8.xml" Id="Rd3625de12f28471a" /><Relationship Type="http://schemas.openxmlformats.org/officeDocument/2006/relationships/slideLayout" Target="/ppt/slideLayouts/slideLayout9.xml" Id="Rcfeb96199d7f4107" /><Relationship Type="http://schemas.openxmlformats.org/officeDocument/2006/relationships/slideLayout" Target="/ppt/slideLayouts/slideLayout10.xml" Id="R2af24142047c4559" /><Relationship Type="http://schemas.openxmlformats.org/officeDocument/2006/relationships/slideLayout" Target="/ppt/slideLayouts/slideLayout11.xml" Id="R425098087d3949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70CF799-9906-4F32-9C55-728C5B0059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C4F4FD-8F4F-435F-9720-28829F4BE7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2A12EC-FD77-4345-A501-E689FCBAA22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4395A66-B0F5-4AA7-8E5E-9E3075BC141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6DF0A3-DC0A-46EF-BB37-41BC83B3824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c23a7370c245eb"/>
    <p:sldLayoutId xmlns:r="http://schemas.openxmlformats.org/officeDocument/2006/relationships" id="2147483650" r:id="R332ce2bb48fd4497"/>
    <p:sldLayoutId xmlns:r="http://schemas.openxmlformats.org/officeDocument/2006/relationships" id="2147483651" r:id="Rd3f2c8c714b149df"/>
    <p:sldLayoutId xmlns:r="http://schemas.openxmlformats.org/officeDocument/2006/relationships" id="2147483652" r:id="R069b698ffee64c3c"/>
    <p:sldLayoutId xmlns:r="http://schemas.openxmlformats.org/officeDocument/2006/relationships" id="2147483653" r:id="R15ef3b94f2674a6f"/>
    <p:sldLayoutId xmlns:r="http://schemas.openxmlformats.org/officeDocument/2006/relationships" id="2147483654" r:id="R85318bbd24e14a47"/>
    <p:sldLayoutId xmlns:r="http://schemas.openxmlformats.org/officeDocument/2006/relationships" id="2147483655" r:id="R1665043e0c2a4968"/>
    <p:sldLayoutId xmlns:r="http://schemas.openxmlformats.org/officeDocument/2006/relationships" id="2147483656" r:id="Rd3625de12f28471a"/>
    <p:sldLayoutId xmlns:r="http://schemas.openxmlformats.org/officeDocument/2006/relationships" id="2147483657" r:id="Rcfeb96199d7f4107"/>
    <p:sldLayoutId xmlns:r="http://schemas.openxmlformats.org/officeDocument/2006/relationships" id="2147483658" r:id="R2af24142047c4559"/>
    <p:sldLayoutId xmlns:r="http://schemas.openxmlformats.org/officeDocument/2006/relationships" id="2147483659" r:id="R425098087d39493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3fdd3f4e4648b6" /><Relationship Type="http://schemas.openxmlformats.org/officeDocument/2006/relationships/notesSlide" Target="/ppt/notesSlides/notesSlide1.xml" Id="R5f16d892ca964e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67461e5c5842f8" /><Relationship Type="http://schemas.openxmlformats.org/officeDocument/2006/relationships/notesSlide" Target="/ppt/notesSlides/notesSlide2.xml" Id="Rc7137b4c0c9b42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f99827a8354614" /><Relationship Type="http://schemas.openxmlformats.org/officeDocument/2006/relationships/notesSlide" Target="/ppt/notesSlides/notesSlide3.xml" Id="Rc8dc228a5ab942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ae2a51a3e148cf" /><Relationship Type="http://schemas.openxmlformats.org/officeDocument/2006/relationships/notesSlide" Target="/ppt/notesSlides/notesSlide4.xml" Id="R3215d6c4431f45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4390e1ef714c53" /><Relationship Type="http://schemas.openxmlformats.org/officeDocument/2006/relationships/notesSlide" Target="/ppt/notesSlides/notesSlide5.xml" Id="Rac40ffb8d15e4b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a158d62b834f6d" /><Relationship Type="http://schemas.openxmlformats.org/officeDocument/2006/relationships/notesSlide" Target="/ppt/notesSlides/notesSlide6.xml" Id="R753137337b954b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a8403a87c54b4b" /><Relationship Type="http://schemas.openxmlformats.org/officeDocument/2006/relationships/notesSlide" Target="/ppt/notesSlides/notesSlide7.xml" Id="Rf25a1a9d0a9a40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2a4d82a0554de4" /><Relationship Type="http://schemas.openxmlformats.org/officeDocument/2006/relationships/notesSlide" Target="/ppt/notesSlides/notesSlide8.xml" Id="Rf319df6b516848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A7DC30-8DAA-4A52-B157-8F89CE54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LeakShield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A6A9EA4-4664-425D-8AF8-6B9CF0E0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2E00D65-A3C3-4C01-9871-5C1087D1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C5A0E3-DC60-4A16-870F-591B9F7A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8813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Control which documents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reach the model.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4657061-62F5-4463-89F9-ED91160D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1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Development evidence · 15 October 2026</a:t>
            </a:r>
          </a:p>
        </p:txBody>
      </p:sp>
    </p:spTree>
    <p:extLst>
      <p:ext uri="{BB962C8B-B14F-4D97-AF65-F5344CB8AC3E}">
        <p14:creationId xmlns:p14="http://schemas.microsoft.com/office/powerpoint/2010/main" val="9818387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8144D11-E17F-4EBF-8EFC-2106E3BA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04354E-76E2-43AC-A96E-0C7D2884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F7D7C9-4BC7-495E-AB51-FF85EBD8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2A4F31C-4F1E-4FC1-A3D6-082F52A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791CC7-026D-4862-9123-4BF5B050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1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Authenticated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principal</a:t>
            </a: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DB2DFED1-0817-4B00-B768-37C7F34C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063240"/>
            <a:ext cx="32918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43E6929-76A0-431F-A047-07304A4C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1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B911BB-ED73-41AF-BD1B-5FDAF1A5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Mongo query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with ACL</a:t>
            </a:r>
          </a:p>
        </p:txBody>
      </p:sp>
      <p:sp>
        <p:nvSpPr>
          <p:cNvPr id="10" name="Connector 9">
            <a:extLst xmlns:a="http://schemas.openxmlformats.org/drawingml/2006/main">
              <a:ext uri="{FF2B5EF4-FFF2-40B4-BE49-F238E27FC236}">
                <a16:creationId xmlns:a16="http://schemas.microsoft.com/office/drawing/2014/main" id="{62D746B1-BE8A-48A5-9FB0-CCA1D4E6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5B9FEA8-C618-448E-B758-18330581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AD06B87-CA61-4BD8-ABC3-65933557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Fresh ACL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content hash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72407F36-C44A-4382-AAD4-832D6ADE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D7F23ED-2069-4BD4-9320-1FB8E1FE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5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361B61A-BD67-4057-B680-DEDBF1DB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Outbound scan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callback</a:t>
            </a:r>
          </a:p>
        </p:txBody>
      </p:sp>
      <p:sp>
        <p:nvSpPr>
          <p:cNvPr id="16" name="Connector 15">
            <a:extLst xmlns:a="http://schemas.openxmlformats.org/drawingml/2006/main">
              <a:ext uri="{FF2B5EF4-FFF2-40B4-BE49-F238E27FC236}">
                <a16:creationId xmlns:a16="http://schemas.microsoft.com/office/drawing/2014/main" id="{BA7C7AD2-37C0-489D-8BA4-1BBBF25D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3" y="3063240"/>
            <a:ext cx="329185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4DB78D3-973D-4DA9-89FD-068A16C9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A89159C-5A29-4D43-A7BF-F4AEF5DA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Provider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output checks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FCFD672-4A4D-4FFE-955B-6F747C30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FA20288-6959-4F2E-9AE9-0118AF48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7899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Actual detector callbacks are integrated; the local provider is explicitly simulated.</a:t>
            </a:r>
          </a:p>
        </p:txBody>
      </p:sp>
    </p:spTree>
    <p:extLst>
      <p:ext uri="{BB962C8B-B14F-4D97-AF65-F5344CB8AC3E}">
        <p14:creationId xmlns:p14="http://schemas.microsoft.com/office/powerpoint/2010/main" val="19067252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A93947-894A-4519-83B7-004E0F80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DE43A5-08D0-4E9C-B599-B781FE42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E83F04-FE6C-4946-A9D4-4413F80A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0A4DFF2B-3383-42AA-8059-6D7CCAECF3B6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35661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Expected boundary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Asha requests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restricted title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Ravi requests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Permit HR retrieval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Admin requests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document bypass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CEO requests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Read locally; deny cloud send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Meera requests Garuda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External: approval; local: allow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04299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6E3475-8AAB-4808-864F-8604011E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Quarantine and approvals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E30B25-2F62-4F8B-B132-02393FC2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EEB791-CD8B-4776-B5F0-E91ABE68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887CFE9-DB49-4718-980D-55FF8D6E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10607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30B063-9B59-415A-A39B-A8711E54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7680"/>
            <a:ext cx="106070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  <p:extLst>
      <p:ext uri="{BB962C8B-B14F-4D97-AF65-F5344CB8AC3E}">
        <p14:creationId xmlns:p14="http://schemas.microsoft.com/office/powerpoint/2010/main" val="9392845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31CBC2-C1BC-44DB-8769-DF7CB88E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Evidence and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74BEE3-93A6-4C43-9120-65ADBB17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Current tests and rehearsal; historical local-model evidence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BF3521-8488-4932-8489-BC8671D2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D2393264-A9E9-4C95-81DE-668E51AFA8A8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Current combined tests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414 + 53 passed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Historical real Ollama calls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37 calls; 10/10 boundary checks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Historical fixture labels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4/31 matched; not accuracy 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Current UI rehearsal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Mask + approval + live 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B753DC-FCB8-4B93-B7A9-EFFBFC8B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Simulated evaluation has recorded misses and a provider leak. No coordinated freeze or final model-backed benchmark is claimed.</a:t>
            </a:r>
          </a:p>
        </p:txBody>
      </p:sp>
    </p:spTree>
    <p:extLst>
      <p:ext uri="{BB962C8B-B14F-4D97-AF65-F5344CB8AC3E}">
        <p14:creationId xmlns:p14="http://schemas.microsoft.com/office/powerpoint/2010/main" val="3004062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688189-AD05-4A6B-BF0B-9561B54F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Classifier feasibility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1662C5-3A5A-4F41-81B1-A5DA5131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Historical feasibility only; production gateway refuses int8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C009453-FD63-4286-BE3B-198B0451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25B66EED-7A3A-48FD-A3FF-EE37D71FA1AB}"/>
              </a:ext>
            </a:extLst>
          </p:cNvPr>
          <p:cNvGraphicFramePr/>
          <p:nvPr/>
        </p:nvGraphicFramePr>
        <p:xfrm>
          <a:off xmlns:a="http://schemas.openxmlformats.org/drawingml/2006/main" x="640080" y="2011680"/>
          <a:ext xmlns:a="http://schemas.openxmlformats.org/drawingml/2006/main" cx="10881360" cy="17830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Variant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Warm p50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Warm p95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fp32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10.44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11.97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q8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6.35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7.96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E644D03-92F3-40CA-B2AF-A0DF9B4E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698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FF6057-32C6-43C6-AF96-FF4CE110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  <p:extLst>
      <p:ext uri="{BB962C8B-B14F-4D97-AF65-F5344CB8AC3E}">
        <p14:creationId xmlns:p14="http://schemas.microsoft.com/office/powerpoint/2010/main" val="189944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F91D5D-8906-41BE-A670-10B72DF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7F55F1C-B910-458B-A7A0-09D36AD8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FF7546-359B-494B-B1E5-D85965DB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7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00A02F53-2405-40F2-B351-29F9D6106AA0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Act reference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Limit outbound personal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6(1): consent and necessary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ACLs and disclosure blocking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8(5): security safeguards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Incident evidence supports review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8(6): breach intimation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Expiry and deletion controls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8(7): erasure obligations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0894D5-AD34-497D-BDD7-E93B2BEA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  <p:extLst>
      <p:ext uri="{BB962C8B-B14F-4D97-AF65-F5344CB8AC3E}">
        <p14:creationId xmlns:p14="http://schemas.microsoft.com/office/powerpoint/2010/main" val="17031004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3634C4-A03E-44BA-A421-9B29DDAF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0912F78-23EF-4B39-9BF0-91099737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07E8EE3-86B3-4506-B001-FCD8DA95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Verified: document attachments, ACL-safe approval polling, production tests and simulated UI rehearsal.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4F7350C-A9B7-4CD8-9256-6C5B6EA1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78992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Remaining: Ojaswi freeze coordination, real-model final evaluation, Groq account verification and Docker rehearsal.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110A92-D13A-425F-90F6-888B957B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789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3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3074866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2026-10-15T10:15:46.8830000Z</dcterms:created>
  <dcterms:modified xsi:type="dcterms:W3CDTF">2026-10-15T10:15:46.8830000Z</dcterms:modified>
</coreProperties>
</file>