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Actual detector callbacks are integrated; the local provider is explicitly simulated.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HTTP, JWT, real MongoDB and detectors · simulated provider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143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HTTP integration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2.344 / 4.369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Includes real detectors. Excludes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p50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p95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10.44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q8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6.35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access, encrypted approvals, HTTP/JWT, scoped vault, actual detectors and connected approval 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Remaining: team Groq settings, a real Groq/Ollama run, full frozen evaluation and real-model rehearsal.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