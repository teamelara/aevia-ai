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reports Alwaz’s implemented scope. The full gateway and final frozen benchmark are team integration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results/alwaz/access-eval.json. Access-only fixtures are not detector precision/recall or full-team leak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and Apache-2.0 license: https://huggingface.co/protectai/deberta-v3-base-prompt-injection-v2 . Revision 90c9989b1a342275dd0d1a95aad283c04e075671. Measurements: results/alwaz/classifier-spike.json. Shared-process RSS is unsuitable for isolated memory comparisons.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Primary source: https://www.indiacode.nic.in/bitstream/123456789/22037/1/a2023-22.pdf ; sections 6(1), 8(5)-(7), commencement footnote at page 5. Controls assist implementation but do not satisfy notice, consent, notification or erasure workflows on their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Groq policy source: https://console.groq.com/docs/your-data . Team-specific ZDR and rate limits have not been verified. Publishing is separately blocked by absent Git credentials on this Mac.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LeakShield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Access and approvals · Alwaz · CyberCUP 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231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4400" b="1">
                <a:solidFill>
                  <a:srgbClr val="F1F5FA"/>
                </a:solidFill>
                <a:latin typeface="Aptos"/>
              </a:defRPr>
            </a:pPr>
            <a:r>
              <a:t>Control which documents</a:t>
            </a:r>
          </a:p>
          <a:p>
            <a:pPr>
              <a:spcAft>
                <a:spcPts val="1400"/>
              </a:spcAft>
              <a:defRPr sz="4400" b="1">
                <a:solidFill>
                  <a:srgbClr val="F1F5FA"/>
                </a:solidFill>
                <a:latin typeface="Aptos"/>
              </a:defRPr>
            </a:pPr>
            <a:r>
              <a:t>reach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94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 b="0">
                <a:solidFill>
                  <a:srgbClr val="B6C3D7"/>
                </a:solidFill>
                <a:latin typeface="Aptos"/>
              </a:defRPr>
            </a:pPr>
            <a:r>
              <a:t>Development evidence · 15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ACLs apply inside MongoDB and again before provider assembly.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938528" cy="1188720"/>
          </a:xfrm>
          <a:prstGeom prst="roundRect">
            <a:avLst/>
          </a:prstGeom>
          <a:solidFill>
            <a:srgbClr val="243449"/>
          </a:solidFill>
          <a:ln>
            <a:solidFill>
              <a:srgbClr val="64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633472"/>
            <a:ext cx="17922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Authenticated</a:t>
            </a:r>
          </a:p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principal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78608" y="3063240"/>
            <a:ext cx="329183" cy="0"/>
          </a:xfrm>
          <a:prstGeom prst="line">
            <a:avLst/>
          </a:prstGeom>
          <a:ln>
            <a:solidFill>
              <a:srgbClr val="64D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07791" y="2468880"/>
            <a:ext cx="1938528" cy="1188720"/>
          </a:xfrm>
          <a:prstGeom prst="roundRect">
            <a:avLst/>
          </a:prstGeom>
          <a:solidFill>
            <a:srgbClr val="243449"/>
          </a:solidFill>
          <a:ln>
            <a:solidFill>
              <a:srgbClr val="64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0944" y="2633472"/>
            <a:ext cx="17922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Mongo query</a:t>
            </a:r>
          </a:p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with ACL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3063240"/>
            <a:ext cx="329184" cy="0"/>
          </a:xfrm>
          <a:prstGeom prst="line">
            <a:avLst/>
          </a:prstGeom>
          <a:ln>
            <a:solidFill>
              <a:srgbClr val="64D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75504" y="2468880"/>
            <a:ext cx="1938528" cy="1188720"/>
          </a:xfrm>
          <a:prstGeom prst="roundRect">
            <a:avLst/>
          </a:prstGeom>
          <a:solidFill>
            <a:srgbClr val="243449"/>
          </a:solidFill>
          <a:ln>
            <a:solidFill>
              <a:srgbClr val="64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48656" y="2633472"/>
            <a:ext cx="17922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Fresh ACL +</a:t>
            </a:r>
          </a:p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content hash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14032" y="3063240"/>
            <a:ext cx="329184" cy="0"/>
          </a:xfrm>
          <a:prstGeom prst="line">
            <a:avLst/>
          </a:prstGeom>
          <a:ln>
            <a:solidFill>
              <a:srgbClr val="64D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43215" y="2468880"/>
            <a:ext cx="1938528" cy="1188720"/>
          </a:xfrm>
          <a:prstGeom prst="roundRect">
            <a:avLst/>
          </a:prstGeom>
          <a:solidFill>
            <a:srgbClr val="243449"/>
          </a:solidFill>
          <a:ln>
            <a:solidFill>
              <a:srgbClr val="64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6367" y="2633472"/>
            <a:ext cx="17922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Outbound scan</a:t>
            </a:r>
          </a:p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callback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81743" y="3063240"/>
            <a:ext cx="329185" cy="0"/>
          </a:xfrm>
          <a:prstGeom prst="line">
            <a:avLst/>
          </a:prstGeom>
          <a:ln>
            <a:solidFill>
              <a:srgbClr val="64D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10928" y="2468880"/>
            <a:ext cx="1938528" cy="1188720"/>
          </a:xfrm>
          <a:prstGeom prst="roundRect">
            <a:avLst/>
          </a:prstGeom>
          <a:solidFill>
            <a:srgbClr val="243449"/>
          </a:solidFill>
          <a:ln>
            <a:solidFill>
              <a:srgbClr val="64DE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633472"/>
            <a:ext cx="17922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Provider +</a:t>
            </a:r>
          </a:p>
          <a:p>
            <a:pPr>
              <a:spcAft>
                <a:spcPts val="1400"/>
              </a:spcAft>
              <a:defRPr sz="1900" b="0">
                <a:solidFill>
                  <a:srgbClr val="F1F5FA"/>
                </a:solidFill>
                <a:latin typeface="Aptos"/>
              </a:defRPr>
            </a:pPr>
            <a:r>
              <a:t>output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89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64DEB1"/>
                </a:solidFill>
                <a:latin typeface="Aptos"/>
              </a:defRPr>
            </a:pPr>
            <a:r>
              <a:t>Approval → current policy and ACL check → outbound scan again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864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The provider and final scanner callbacks are supplied by the team gateway.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Identity and provider permission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Read access and external transmission are separate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Expected boundary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Asha requests salary bands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Deny; no restricted title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Ravi requests salary bands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Permit HR retrieval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Admin requests board minutes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Deny; no document bypass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CEO requests board minutes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Read locally; deny cloud send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Meera requests Garuda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Require admin approval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Quarantine and approvals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700" b="0">
                <a:solidFill>
                  <a:srgbClr val="64DEB1"/>
                </a:solidFill>
                <a:latin typeface="Aptos"/>
              </a:defRPr>
            </a:pPr>
            <a:r>
              <a:t>Ingest source → scan hidden carriers → quarantine whole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834640"/>
            <a:ext cx="10607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1F5FA"/>
                </a:solidFill>
                <a:latin typeface="Aptos"/>
              </a:defRPr>
            </a:pPr>
            <a:r>
              <a:t>Comments, hidden CSS, white text, zero-width characters and alt/title attributes are checked before rendering.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29768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F1F5FA"/>
                </a:solidFill>
                <a:latin typeface="Aptos"/>
              </a:defRPr>
            </a:pPr>
            <a:r>
              <a:t>Pending requests use AES-GCM in memory for ten minutes. Mongo stores metadata and request hash. Approval is single use and rechecks current permissions.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Measured access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Real local MongoDB · simulated provider · development fixtures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Measurement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Observed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Vitest security suite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20 passed · 0 failed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Expected access actions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37 / 37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Synthetic corpus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10 documents · 2 quarantined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Local access p50 / p95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0.398 / 1.398 ms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Excludes real detectors, model/network time and human approval wait. This is not the final frozen gateway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Classifier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Pinned ProtectAI DeBERTa model · local Node ONNX · English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11680"/>
          <a:ext cx="1088136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Warm p50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Warm p95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fp32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10.44 ms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11.97 ms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q8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6.35 ms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7.96 ms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64DEB1"/>
                </a:solidFill>
                <a:latin typeface="Aptos"/>
              </a:defRPr>
            </a:pPr>
            <a:r>
              <a:t>Node works. Full precision loads directly upstream; int8 was generated locally. A sidecar was unnecessary.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4406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Six short development prompts, three rounds; first round excluded. No long-window or Hinglish accuracy claim.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DPDP Act: control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371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Technical alignment; this demo does not establish legal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6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59436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64DEB1"/>
                          </a:solidFill>
                          <a:latin typeface="Aptos"/>
                        </a:defRPr>
                      </a:pPr>
                      <a:r>
                        <a:t>Act reference</a:t>
                      </a:r>
                    </a:p>
                  </a:txBody>
                  <a:tcPr>
                    <a:solidFill>
                      <a:srgbClr val="2434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Limit outbound personal data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Section 6(1): consent and necessary data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ACLs and disclosure blocking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Section 8(5): security safeguards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Incident evidence supports review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Section 8(6): breach intimation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Expiry and deletion controls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F1F5FA"/>
                          </a:solidFill>
                          <a:latin typeface="Aptos"/>
                        </a:defRPr>
                      </a:pPr>
                      <a:r>
                        <a:t>Section 8(7): erasure obligations</a:t>
                      </a:r>
                    </a:p>
                  </a:txBody>
                  <a:tcPr>
                    <a:solidFill>
                      <a:srgbClr val="111B2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53949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 b="0">
                <a:solidFill>
                  <a:srgbClr val="B6C3D7"/>
                </a:solidFill>
                <a:latin typeface="Aptos"/>
              </a:defRPr>
            </a:pPr>
            <a:r>
              <a:t>These provisions have phased commencement; as of 15 Oct 2026, the cited substantive duties are scheduled for 13 May 2027.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600" b="1">
                <a:solidFill>
                  <a:srgbClr val="F1F5FA"/>
                </a:solidFill>
                <a:latin typeface="Aptos"/>
              </a:defRPr>
            </a:pPr>
            <a:r>
              <a:t>Integration limits and next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0">
                <a:solidFill>
                  <a:srgbClr val="B6C3D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373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700" b="0">
                <a:solidFill>
                  <a:srgbClr val="64DEB1"/>
                </a:solidFill>
                <a:latin typeface="Aptos"/>
              </a:defRPr>
            </a:pPr>
            <a:r>
              <a:t>Ready: access modules, approval backend, seed, fixtures, Node classifier spike and reproducible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2004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500" b="0">
                <a:solidFill>
                  <a:srgbClr val="F1F5FA"/>
                </a:solidFill>
                <a:latin typeface="Aptos"/>
              </a:defRPr>
            </a:pPr>
            <a:r>
              <a:t>Team integration: real gateway scans and vault, UI wiring, audit privacy, Groq/Ollama baseline and frozen evaluation.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00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 b="0">
                <a:solidFill>
                  <a:srgbClr val="B6C3D7"/>
                </a:solidFill>
                <a:latin typeface="Aptos"/>
              </a:defRPr>
            </a:pPr>
            <a:r>
              <a:t>Approved content reaches Groq. Fingerprints catch copying, not paraphrases. Team Groq settings still need account verification.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