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4" r:id="rId16"/>
    <p:sldId id="265" r:id="rId17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  <Relationship Id="rId16" Type="http://schemas.openxmlformats.org/officeDocument/2006/relationships/slide" Target="slides/slide9.xml"/>
  <Relationship Id="rId17" Type="http://schemas.openxmlformats.org/officeDocument/2006/relationships/slide" Target="slides/slide10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Groq policy source: https://console.groq.com/docs/your-data . Team-specific ZDR and rate limits have not been verified. Implementation published for review: https://github.com/TeamElara/Aevia-AI/pull/1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LeakShield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Control which documents</a:t>
            </a:r>
          </a:p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reach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B6C3D7"/>
                </a:solidFill>
                <a:latin typeface="Aptos"/>
              </a:defRPr>
            </a:pPr>
            <a:r>
              <a:t>Development evidence ·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Authenticated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principal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3063240"/>
            <a:ext cx="329183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1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Mongo query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with ACL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46320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Fresh ACL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content 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14032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5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Outbound scan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3" y="3063240"/>
            <a:ext cx="329185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Provider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output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64DEB1"/>
                </a:solidFill>
                <a:latin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Actual detector callbacks are integrated; the local provider is explicitly simulated.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Expected boundary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Asha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restricted title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Ravi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Permit HR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Admin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document bypass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CEO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Read locally; deny cloud send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Meera requests Garuda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Require admin approval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Quarantine and approvals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976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Measured access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Reference-host HTTP timing · merged suites use simulated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Vitest security suite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219 + 21 passed · 0 failed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Expected access actions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37 / 37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Synthetic corpus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 documents · 2 quarantined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HTTP integration p50 / p95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2.344 / 4.369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Includes real detectors. Excludes model/network time and human approval wait. This is not the final frozen gateway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Classifier: tested, kept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Pinned ProtectAI DeBERTa model · local Node ONNX · English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560320"/>
                <a:gridCol w="4663440"/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Check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Speed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fp32 spike, 6 prompts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10.44 / 11.97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Node ONNX works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fp32 real check, 110 normal + attacks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~34 ms per prompt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Caught 5/5 paraphrases; flagged 19/110 normal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q8 local int8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6.35 / 7.96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Labelled recorded attacks SAFE: refused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64DEB1"/>
                </a:solidFill>
                <a:latin typeface="Aptos"/>
              </a:defRPr>
            </a:pPr>
            <a:r>
              <a:t>Scores did not separate attacks from normal work, so it is off by default. Rules now cover the attack families it caught.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results/ojaswi/classifier-check.md · docs/CLASSIFIER-GATEWAY.md · English only; no Hinglish accuracy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Act reference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Limit outbound personal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6(1): consent and necessary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ACLs and disclosure blocking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8(5): security safeguards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Incident evidence supports review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8(6): breach intimation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Expiry and deletion controls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8(7): erasure obligations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Limits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Ready: merged gateway, actual detectors, ACLs, encrypted approval replay, audit, connected UI and a frozen real-Groq evaluation: provider leaks 12 → 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1F5FA"/>
                </a:solidFill>
                <a:latin typeface="Aptos"/>
              </a:defRPr>
            </a:pPr>
            <a:r>
              <a:t>Next freeze: Hinglish vocabulary and a Hinglish-tuned classifier, response-side and placeholder detector fixes, measured retrieval relevance.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B6C3D7"/>
                </a:solidFill>
                <a:latin typeface="Aptos"/>
              </a:defRPr>
            </a:pPr>
            <a:r>
              <a:t>Approved content reaches Groq. Fingerprints catch copying, not paraphrases. Organisation-level Groq data retention is for the account owner to confirm.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Frozen held-out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Tag eval-freeze · real Groq openai/gpt-oss-20b · the same 60 cases with and without the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LeakShield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No gateway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Provider-leak flags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User-leak flags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Exact expected action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48 / 60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26 / 60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Intervention recall / precision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1.00 / 0.82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0 / –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Allowed work interrupted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7 / 28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0 / 28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Reworded attacks (60): leaks · retention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0 · 0.95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Gateway overhead p50 / p95 (no model time)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24 / 70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0">
                <a:solidFill>
                  <a:srgbClr val="B6C3D7"/>
                </a:solidFill>
                <a:latin typeface="Aptos"/>
              </a:defRPr>
            </a:pPr>
            <a:r>
              <a:t>91.7% fewer provider leaks. The one leak is an IFSC code that policy warns on by design. No rule changed after the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Detector misses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Analysed after the freeze, not tuned · rules caught 32 of 36 injections and 37 of 37 data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5943600"/>
              </a:tblGrid>
              <a:tr h="6400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Miss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Count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rPr lang="en-IN" sz="1600" b="1">
                          <a:solidFill>
                            <a:srgbClr val="64DEB1"/>
                          </a:solidFill>
                          <a:latin typeface="Aptos"/>
                        </a:rPr>
                        <a:t>Cause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Hinglish rewrites missed by rules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4 of 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Words outside the Hinglish lists; English words inside Devanagari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Allowed work interrupted: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4 of 28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An unrelated sensitive document was retrieved; relevance ranking came after this freeze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Allowed work interrupted: detector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3 of 28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A placeholder key; an answer explaining an attack; an email-like address read as UPI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Provider leak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1 of 60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rPr lang="en-IN" sz="1600" b="0">
                          <a:solidFill>
                            <a:srgbClr val="F1F5FA"/>
                          </a:solidFill>
                          <a:latin typeface="Aptos"/>
                        </a:rPr>
                        <a:t>IFSC code: policy warns instead of masking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4864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0">
                <a:solidFill>
                  <a:srgbClr val="B6C3D7"/>
                </a:solidFill>
                <a:latin typeface="Aptos"/>
              </a:defRPr>
            </a:pPr>
            <a:r>
              <a:t>Fixes for the next freeze: Hinglish vocabulary, response-side and placeholder checks, measured relevance ranking. Details: results/ojaswi/misses-analysis.md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