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 provider and final scanner callbacks are supplied by the team gateway.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Real local MongoDB · simulated provider · development fixtures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20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Local access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0.398 / 1.398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Excludes real detectors,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p50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p95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10.44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q8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6.35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access modules, approval backend, seed, fixtures, Node classifier spike and reproducible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Team integration: real gateway scans and vault, UI wiring, audit privacy, Groq/Ollama baseline and frozen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