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reports Alwaz’s implemented scope. The full gateway and final frozen benchmark are team integration dependencies.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results/alwaz/access-eval.json. Access-only fixtures are not detector precision/recall or full-team leak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and Apache-2.0 license: https://huggingface.co/protectai/deberta-v3-base-prompt-injection-v2 . Revision 90c9989b1a342275dd0d1a95aad283c04e075671. Measurements: results/alwaz/classifier-spike.json. Shared-process RSS is unsuitable for isolated memory comparisons.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source: https://www.indiacode.nic.in/bitstream/123456789/22037/1/a2023-22.pdf ; sections 6(1), 8(5)-(7), commencement footnote at page 5. Controls assist implementation but do not satisfy notice, consent, notification or erasure workflows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Groq policy source: https://console.groq.com/docs/your-data . Team-specific ZDR and rate limits have not been verified. Implementation published for review: https://github.com/TeamElara/Aevia-AI/pull/1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LeakShield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Access and approvals · Alwaz · CyberCUP 6.0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Control which documents</a:t>
            </a:r>
          </a:p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reach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B6C3D7"/>
                </a:solidFill>
                <a:latin typeface="Aptos"/>
              </a:defRPr>
            </a:pPr>
            <a:r>
              <a:t>Development evidence · 15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ACLs apply inside MongoDB and again before provider assembly.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Authenticated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principal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78608" y="3063240"/>
            <a:ext cx="329183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07791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0944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Mongo query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with ACL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46320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75504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8656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Fresh ACL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content hash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14032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5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7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Outbound scan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callback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81743" y="3063240"/>
            <a:ext cx="329185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710928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Provider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output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64DEB1"/>
                </a:solidFill>
                <a:latin typeface="Aptos"/>
              </a:defRPr>
            </a:pPr>
            <a:r>
              <a:t>Approval → current policy and ACL check → outbound scan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Actual detector callbacks are integrated; the local provider is explicitly simulated.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Identity and provider permission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Read access and external transmission are separate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Expected boundary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Asha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restricted title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Ravi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Permit HR retrieval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Admin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document bypass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CEO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Read locally; deny cloud send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Meera requests Garuda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Require admin approval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Quarantine and approvals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Ingest source → scan hidden carriers → quarantine whole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Comments, hidden CSS, white text, zero-width characters and alt/title attributes are checked before rendering.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976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Pending requests use AES-GCM in memory for ten minutes. Mongo stores metadata and request hash. Approval is single use and rechecks current permissions.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Measured access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HTTP, JWT, real MongoDB and detectors · simulated provider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Observed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Vitest security suite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141 passed · 0 failed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Expected access actions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37 / 37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Synthetic corpus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10 documents · 2 quarantined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HTTP integration p50 / p95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2.405 / 4.192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Includes real detectors. Excludes model/network time and human approval wait. This is not the final frozen gateway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Classifier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Pinned ProtectAI DeBERTa model · local Node ONNX · English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Variant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Warm p50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Warm p95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fp32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10.44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11.97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q8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6.35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7.96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114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64DEB1"/>
                </a:solidFill>
                <a:latin typeface="Aptos"/>
              </a:defRPr>
            </a:pPr>
            <a:r>
              <a:t>Node works. Full precision loads directly upstream; int8 was generated locally. A sidecar was unnecessary.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40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Six short development prompts, three rounds; first round excluded. No long-window or Hinglish accuracy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DPDP Act: control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Technical alignment; this demo does not establish legal compliance.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Control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Act reference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Limit outbound personal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6(1): consent and necessary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ACLs and disclosure blocking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8(5): security safeguards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Incident evidence supports review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8(6): breach intimation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Expiry and deletion controls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8(7): erasure obligations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These provisions have phased commencement; as of 15 Oct 2026, the cited substantive duties are scheduled for 13 May 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Integration limits and next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Ready: access, encrypted approvals, HTTP/JWT, scoped vault, actual detectors and connected approval 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0040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F1F5FA"/>
                </a:solidFill>
                <a:latin typeface="Aptos"/>
              </a:defRPr>
            </a:pPr>
            <a:r>
              <a:t>Remaining: team Groq settings, actual Groq/Ollama transport, full frozen evaluation and real-model rehearsal.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0">
                <a:solidFill>
                  <a:srgbClr val="B6C3D7"/>
                </a:solidFill>
                <a:latin typeface="Aptos"/>
              </a:defRPr>
            </a:pPr>
            <a:r>
              <a:t>Approved content reaches Groq. Fingerprints catch copying, not paraphrases. Team Groq settings still need account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